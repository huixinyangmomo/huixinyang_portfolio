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847088" cy="3675887"/>
          </a:xfrm>
          <a:prstGeom prst="rect">
            <a:avLst/>
          </a:prstGeom>
          <a:solidFill>
            <a:srgbClr val="F8F5E6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" y="621792"/>
            <a:ext cx="621792" cy="621792"/>
          </a:xfrm>
          <a:prstGeom prst="ellipse">
            <a:avLst/>
          </a:prstGeom>
          <a:solidFill>
            <a:srgbClr val="DADADA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896112" y="1143000"/>
            <a:ext cx="1078992" cy="640080"/>
          </a:xfrm>
          <a:prstGeom prst="triangle">
            <a:avLst/>
          </a:prstGeom>
          <a:solidFill>
            <a:srgbClr val="DADADA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14400" y="1783080"/>
            <a:ext cx="1033272" cy="0"/>
          </a:xfrm>
          <a:prstGeom prst="line">
            <a:avLst/>
          </a:prstGeom>
          <a:ln w="1143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993392"/>
            <a:ext cx="134416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111"/>
                </a:solidFill>
                <a:latin typeface="Arial Black"/>
              </a:rPr>
              <a:t>XXXXXX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22576"/>
            <a:ext cx="1344168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1111"/>
                </a:solidFill>
                <a:latin typeface="Arial Black"/>
              </a:rPr>
              <a:t>XXXXXX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61488"/>
            <a:ext cx="65836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11111"/>
                </a:solidFill>
                <a:latin typeface="Arial Black"/>
              </a:rPr>
              <a:t>XXXXXX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4208" y="2793492"/>
            <a:ext cx="84490" cy="86868"/>
          </a:xfrm>
          <a:prstGeom prst="rect">
            <a:avLst/>
          </a:prstGeom>
          <a:solidFill>
            <a:srgbClr val="FFE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48698" y="2793492"/>
            <a:ext cx="78455" cy="86868"/>
          </a:xfrm>
          <a:prstGeom prst="rect">
            <a:avLst/>
          </a:prstGeom>
          <a:solidFill>
            <a:srgbClr val="C5D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7154" y="2793492"/>
            <a:ext cx="138805" cy="86868"/>
          </a:xfrm>
          <a:prstGeom prst="rect">
            <a:avLst/>
          </a:prstGeom>
          <a:solidFill>
            <a:srgbClr val="30A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008376"/>
            <a:ext cx="1353312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36392"/>
            <a:ext cx="1353312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64408"/>
            <a:ext cx="1353312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92424"/>
            <a:ext cx="1353312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20440"/>
            <a:ext cx="1353312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6"/>
            <a:ext cx="131673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11111"/>
                </a:solidFill>
                <a:latin typeface="Arial Black"/>
              </a:rPr>
              <a:t>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471416"/>
            <a:ext cx="1243584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111111"/>
                </a:solidFill>
                <a:latin typeface="Microsoft YaHei"/>
              </a:rPr>
              <a:t>+XXX XXX XXX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645152"/>
            <a:ext cx="1243584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111111"/>
                </a:solidFill>
                <a:latin typeface="Microsoft YaHei"/>
              </a:rPr>
              <a:t>XXXXXXXX, 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18888"/>
            <a:ext cx="1243584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111111"/>
                </a:solidFill>
                <a:latin typeface="Microsoft YaHei"/>
              </a:rPr>
              <a:t>XXXX@mail.com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992624"/>
            <a:ext cx="1243584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111111"/>
                </a:solidFill>
                <a:latin typeface="Microsoft YaHei"/>
              </a:rPr>
              <a:t>@XXXXXXXX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2064" y="5266944"/>
            <a:ext cx="827074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4-Point Star 22"/>
          <p:cNvSpPr/>
          <p:nvPr/>
        </p:nvSpPr>
        <p:spPr>
          <a:xfrm>
            <a:off x="1339595" y="5175504"/>
            <a:ext cx="182880" cy="182880"/>
          </a:xfrm>
          <a:prstGeom prst="star4">
            <a:avLst/>
          </a:prstGeom>
          <a:solidFill>
            <a:srgbClr val="5C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4-Point Star 23"/>
          <p:cNvSpPr/>
          <p:nvPr/>
        </p:nvSpPr>
        <p:spPr>
          <a:xfrm rot="2700000">
            <a:off x="1354226" y="5190134"/>
            <a:ext cx="153619" cy="153619"/>
          </a:xfrm>
          <a:prstGeom prst="star4">
            <a:avLst/>
          </a:prstGeom>
          <a:solidFill>
            <a:srgbClr val="30A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522933" y="5266944"/>
            <a:ext cx="82707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8" y="5468112"/>
            <a:ext cx="135331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11111"/>
                </a:solidFill>
                <a:latin typeface="Arial Black"/>
              </a:rPr>
              <a:t>Languages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15584"/>
            <a:ext cx="56692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Microsoft YaHei"/>
              </a:rPr>
              <a:t>English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815584"/>
            <a:ext cx="56692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Microsoft YaHei"/>
              </a:rPr>
              <a:t>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16752"/>
            <a:ext cx="56692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Microsoft YaHei"/>
              </a:rPr>
              <a:t>Spanish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6016752"/>
            <a:ext cx="56692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Microsoft YaHei"/>
              </a:rPr>
              <a:t>Advanced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217920"/>
            <a:ext cx="56692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Microsoft YaHei"/>
              </a:rPr>
              <a:t>German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6217920"/>
            <a:ext cx="56692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Microsoft YaHei"/>
              </a:rPr>
              <a:t>Basic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19088"/>
            <a:ext cx="56692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Microsoft YaHei"/>
              </a:rPr>
              <a:t>French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6419088"/>
            <a:ext cx="56692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Microsoft YaHei"/>
              </a:rPr>
              <a:t>Basic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2064" y="6656832"/>
            <a:ext cx="827074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4-Point Star 35"/>
          <p:cNvSpPr/>
          <p:nvPr/>
        </p:nvSpPr>
        <p:spPr>
          <a:xfrm>
            <a:off x="1339595" y="6565392"/>
            <a:ext cx="182880" cy="182880"/>
          </a:xfrm>
          <a:prstGeom prst="star4">
            <a:avLst/>
          </a:prstGeom>
          <a:solidFill>
            <a:srgbClr val="5C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4-Point Star 36"/>
          <p:cNvSpPr/>
          <p:nvPr/>
        </p:nvSpPr>
        <p:spPr>
          <a:xfrm rot="2700000">
            <a:off x="1354226" y="6580022"/>
            <a:ext cx="153619" cy="153619"/>
          </a:xfrm>
          <a:prstGeom prst="star4">
            <a:avLst/>
          </a:prstGeom>
          <a:solidFill>
            <a:srgbClr val="30A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522933" y="6656832"/>
            <a:ext cx="82707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9808" y="6858000"/>
            <a:ext cx="135331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11111"/>
                </a:solidFill>
                <a:latin typeface="Arial Black"/>
              </a:rPr>
              <a:t>Skills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7205472"/>
            <a:ext cx="65836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11111"/>
                </a:solidFill>
                <a:latin typeface="Microsoft YaHei"/>
              </a:rPr>
              <a:t>Teamwork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7205472"/>
            <a:ext cx="65836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○○○○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7388352"/>
            <a:ext cx="65836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11111"/>
                </a:solidFill>
                <a:latin typeface="Microsoft YaHei"/>
              </a:rPr>
              <a:t>Speed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7388352"/>
            <a:ext cx="65836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○○○○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7571231"/>
            <a:ext cx="65836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11111"/>
                </a:solidFill>
                <a:latin typeface="Microsoft YaHei"/>
              </a:rPr>
              <a:t>Endurance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7571231"/>
            <a:ext cx="65836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11111"/>
                </a:solidFill>
                <a:latin typeface="Microsoft YaHei"/>
              </a:rPr>
              <a:t>○○○○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393192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111"/>
                </a:solidFill>
                <a:latin typeface="Arial Black"/>
              </a:rPr>
              <a:t>Education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79" y="484632"/>
            <a:ext cx="168981" cy="96012"/>
          </a:xfrm>
          <a:prstGeom prst="rect">
            <a:avLst/>
          </a:prstGeom>
          <a:solidFill>
            <a:srgbClr val="FFE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09461" y="484632"/>
            <a:ext cx="156911" cy="96012"/>
          </a:xfrm>
          <a:prstGeom prst="rect">
            <a:avLst/>
          </a:prstGeom>
          <a:solidFill>
            <a:srgbClr val="C5D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66372" y="484632"/>
            <a:ext cx="277611" cy="96012"/>
          </a:xfrm>
          <a:prstGeom prst="rect">
            <a:avLst/>
          </a:prstGeom>
          <a:solidFill>
            <a:srgbClr val="30A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42032" y="914400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 Black"/>
              </a:rPr>
              <a:t>2023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62656" y="905256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Arial Black"/>
              </a:rPr>
              <a:t>Conditioning Specialist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62656" y="1088136"/>
            <a:ext cx="20116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University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62656" y="1234440"/>
            <a:ext cx="21031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Graduation Date: Month Year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2032" y="1627632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 Black"/>
              </a:rPr>
              <a:t>2022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62656" y="1618488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Arial Black"/>
              </a:rPr>
              <a:t>CPR and First Aid Certification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62656" y="1801368"/>
            <a:ext cx="20116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University 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62656" y="1947672"/>
            <a:ext cx="21031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Graduation Date: Month Year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2032" y="2340863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 Black"/>
              </a:rPr>
              <a:t>2021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62656" y="2331720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Arial Black"/>
              </a:rPr>
              <a:t>Certified Personal Trainer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62656" y="2514600"/>
            <a:ext cx="20116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University 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62656" y="2660903"/>
            <a:ext cx="21031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Graduation Date: Month Year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2032" y="3054096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 Black"/>
              </a:rPr>
              <a:t>2020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62656" y="3044952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Arial Black"/>
              </a:rPr>
              <a:t>Bachelor of Science in Exercise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62656" y="3227832"/>
            <a:ext cx="20116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University Name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62656" y="3374136"/>
            <a:ext cx="210312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Graduation Date: Month Year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606039" y="3913632"/>
            <a:ext cx="1489558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4-Point Star 66"/>
          <p:cNvSpPr/>
          <p:nvPr/>
        </p:nvSpPr>
        <p:spPr>
          <a:xfrm>
            <a:off x="4169664" y="3822192"/>
            <a:ext cx="182880" cy="182880"/>
          </a:xfrm>
          <a:prstGeom prst="star4">
            <a:avLst/>
          </a:prstGeom>
          <a:solidFill>
            <a:srgbClr val="5CB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4-Point Star 67"/>
          <p:cNvSpPr/>
          <p:nvPr/>
        </p:nvSpPr>
        <p:spPr>
          <a:xfrm rot="2700000">
            <a:off x="4184294" y="3836822"/>
            <a:ext cx="153619" cy="153619"/>
          </a:xfrm>
          <a:prstGeom prst="star4">
            <a:avLst/>
          </a:prstGeom>
          <a:solidFill>
            <a:srgbClr val="30A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426610" y="3913632"/>
            <a:ext cx="1489558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542032" y="4160520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11111"/>
                </a:solidFill>
                <a:latin typeface="Arial Black"/>
              </a:rPr>
              <a:t>Experience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79" y="4251959"/>
            <a:ext cx="168981" cy="96012"/>
          </a:xfrm>
          <a:prstGeom prst="rect">
            <a:avLst/>
          </a:prstGeom>
          <a:solidFill>
            <a:srgbClr val="FFE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009461" y="4251959"/>
            <a:ext cx="156911" cy="96012"/>
          </a:xfrm>
          <a:prstGeom prst="rect">
            <a:avLst/>
          </a:prstGeom>
          <a:solidFill>
            <a:srgbClr val="C5D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66372" y="4251959"/>
            <a:ext cx="277611" cy="96012"/>
          </a:xfrm>
          <a:prstGeom prst="rect">
            <a:avLst/>
          </a:prstGeom>
          <a:solidFill>
            <a:srgbClr val="30A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542032" y="4690872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 Black"/>
              </a:rPr>
              <a:t>2022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62656" y="4681728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Arial Black"/>
              </a:rPr>
              <a:t>NCAA Division II Coach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62656" y="4864608"/>
            <a:ext cx="20116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Blue League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62656" y="5010912"/>
            <a:ext cx="265176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XXXXXXXXXXXXXXXXXXXXXXXXXXXXXXXXXXXXXXXX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62656" y="5129784"/>
            <a:ext cx="219456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XXXXXXXXXXXXXXXXXXXXXXXXXXXX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42032" y="5532120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 Black"/>
              </a:rPr>
              <a:t>2021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62656" y="5522976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Arial Black"/>
              </a:rPr>
              <a:t>Athletics Trainer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62656" y="5705856"/>
            <a:ext cx="20116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Sunset Gym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62656" y="5852160"/>
            <a:ext cx="265176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XXXXXXXXXXXXXXXXXXXXXXXXXXXXXXXXXXXXXXXX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62656" y="5971032"/>
            <a:ext cx="219456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XXXXXXXXXXXXXXXXXXXXXXXXXXXX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42032" y="6373368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 Black"/>
              </a:rPr>
              <a:t>2019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62656" y="6364224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Arial Black"/>
              </a:rPr>
              <a:t>Fitness teacher at Sunset School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62656" y="6547104"/>
            <a:ext cx="20116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Self-employed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62656" y="6693408"/>
            <a:ext cx="265176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XXXXXXXXXXXXXXXXXXXXXXXXXXXXXXXXXXXXXXXX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62656" y="6812280"/>
            <a:ext cx="219456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XXXXXXXXXXXXXXXXXXXXXXXXXXXX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2032" y="7214616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rial Black"/>
              </a:rPr>
              <a:t>2018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62656" y="7205472"/>
            <a:ext cx="2743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11111"/>
                </a:solidFill>
                <a:latin typeface="Arial Black"/>
              </a:rPr>
              <a:t>Volunteer Youth Athletics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62656" y="7388352"/>
            <a:ext cx="20116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Company Name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62656" y="7534656"/>
            <a:ext cx="265176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XXXXXXXXXXXXXXXXXXXXXXXXXXXXXXXXXXXXXXXX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62656" y="7653528"/>
            <a:ext cx="219456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111111"/>
                </a:solidFill>
                <a:latin typeface="Microsoft YaHei"/>
              </a:rPr>
              <a:t>XXXXXXXXXXXXXXXXXXXXXXXXXXXX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